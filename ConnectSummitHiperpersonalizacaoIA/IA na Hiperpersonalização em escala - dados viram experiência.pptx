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567" r:id="rId3"/>
    <p:sldId id="564" r:id="rId4"/>
    <p:sldId id="568" r:id="rId5"/>
    <p:sldId id="572" r:id="rId6"/>
    <p:sldId id="565" r:id="rId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45B"/>
    <a:srgbClr val="F5F5F5"/>
    <a:srgbClr val="C5CAE9"/>
    <a:srgbClr val="636363"/>
    <a:srgbClr val="F1F1F1"/>
    <a:srgbClr val="CDCDCD"/>
    <a:srgbClr val="000000"/>
    <a:srgbClr val="F0F0F0"/>
    <a:srgbClr val="F6F6F6"/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CEA79-34A9-4CB4-8210-CF98CF56D35D}" v="24" dt="2026-08-21T23:59:56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Raquel" userId="0fe4c6f72b9f33cd" providerId="LiveId" clId="{3D006D06-95B6-4DA3-A715-3F3D47240BE7}"/>
    <pc:docChg chg="undo custSel delSld modSld sldOrd">
      <pc:chgData name="Ana Raquel" userId="0fe4c6f72b9f33cd" providerId="LiveId" clId="{3D006D06-95B6-4DA3-A715-3F3D47240BE7}" dt="2026-08-22T00:01:00.226" v="1161" actId="1076"/>
      <pc:docMkLst>
        <pc:docMk/>
      </pc:docMkLst>
      <pc:sldChg chg="delSp modSp mod">
        <pc:chgData name="Ana Raquel" userId="0fe4c6f72b9f33cd" providerId="LiveId" clId="{3D006D06-95B6-4DA3-A715-3F3D47240BE7}" dt="2026-08-21T22:19:42.011" v="55" actId="478"/>
        <pc:sldMkLst>
          <pc:docMk/>
          <pc:sldMk cId="4084558598" sldId="256"/>
        </pc:sldMkLst>
        <pc:spChg chg="mod">
          <ac:chgData name="Ana Raquel" userId="0fe4c6f72b9f33cd" providerId="LiveId" clId="{3D006D06-95B6-4DA3-A715-3F3D47240BE7}" dt="2026-08-21T22:19:39.204" v="54" actId="20577"/>
          <ac:spMkLst>
            <pc:docMk/>
            <pc:sldMk cId="4084558598" sldId="256"/>
            <ac:spMk id="7" creationId="{7A78414A-7023-4330-9F58-EE66888216DB}"/>
          </ac:spMkLst>
        </pc:spChg>
        <pc:spChg chg="mod">
          <ac:chgData name="Ana Raquel" userId="0fe4c6f72b9f33cd" providerId="LiveId" clId="{3D006D06-95B6-4DA3-A715-3F3D47240BE7}" dt="2026-08-21T22:19:18.937" v="36" actId="20577"/>
          <ac:spMkLst>
            <pc:docMk/>
            <pc:sldMk cId="4084558598" sldId="256"/>
            <ac:spMk id="15" creationId="{E03EB35A-3761-423D-8526-92BCD0EDD983}"/>
          </ac:spMkLst>
        </pc:spChg>
        <pc:spChg chg="del">
          <ac:chgData name="Ana Raquel" userId="0fe4c6f72b9f33cd" providerId="LiveId" clId="{3D006D06-95B6-4DA3-A715-3F3D47240BE7}" dt="2026-08-21T22:19:42.011" v="55" actId="478"/>
          <ac:spMkLst>
            <pc:docMk/>
            <pc:sldMk cId="4084558598" sldId="256"/>
            <ac:spMk id="16" creationId="{94328DB0-8C94-48CA-9267-B9ABABBF78D2}"/>
          </ac:spMkLst>
        </pc:spChg>
      </pc:sldChg>
      <pc:sldChg chg="del">
        <pc:chgData name="Ana Raquel" userId="0fe4c6f72b9f33cd" providerId="LiveId" clId="{3D006D06-95B6-4DA3-A715-3F3D47240BE7}" dt="2026-08-21T23:01:19.112" v="1056" actId="47"/>
        <pc:sldMkLst>
          <pc:docMk/>
          <pc:sldMk cId="3072077972" sldId="261"/>
        </pc:sldMkLst>
      </pc:sldChg>
      <pc:sldChg chg="addSp delSp modSp mod">
        <pc:chgData name="Ana Raquel" userId="0fe4c6f72b9f33cd" providerId="LiveId" clId="{3D006D06-95B6-4DA3-A715-3F3D47240BE7}" dt="2026-08-21T23:11:18.376" v="1059" actId="1076"/>
        <pc:sldMkLst>
          <pc:docMk/>
          <pc:sldMk cId="3420547581" sldId="564"/>
        </pc:sldMkLst>
        <pc:spChg chg="del">
          <ac:chgData name="Ana Raquel" userId="0fe4c6f72b9f33cd" providerId="LiveId" clId="{3D006D06-95B6-4DA3-A715-3F3D47240BE7}" dt="2026-08-21T22:32:47.029" v="558" actId="478"/>
          <ac:spMkLst>
            <pc:docMk/>
            <pc:sldMk cId="3420547581" sldId="564"/>
            <ac:spMk id="9" creationId="{12E608DA-C898-46B5-AECC-A13E681B3647}"/>
          </ac:spMkLst>
        </pc:spChg>
        <pc:spChg chg="del">
          <ac:chgData name="Ana Raquel" userId="0fe4c6f72b9f33cd" providerId="LiveId" clId="{3D006D06-95B6-4DA3-A715-3F3D47240BE7}" dt="2026-08-21T22:32:45.998" v="557" actId="478"/>
          <ac:spMkLst>
            <pc:docMk/>
            <pc:sldMk cId="3420547581" sldId="564"/>
            <ac:spMk id="12" creationId="{B7E5FCE1-D4A2-4696-832C-C6078B92D378}"/>
          </ac:spMkLst>
        </pc:spChg>
        <pc:spChg chg="del mod">
          <ac:chgData name="Ana Raquel" userId="0fe4c6f72b9f33cd" providerId="LiveId" clId="{3D006D06-95B6-4DA3-A715-3F3D47240BE7}" dt="2026-08-21T22:36:32.960" v="582" actId="478"/>
          <ac:spMkLst>
            <pc:docMk/>
            <pc:sldMk cId="3420547581" sldId="564"/>
            <ac:spMk id="17" creationId="{2A533A64-46B5-4CDB-B1B8-B3ACBA9A1CD9}"/>
          </ac:spMkLst>
        </pc:spChg>
        <pc:spChg chg="mod">
          <ac:chgData name="Ana Raquel" userId="0fe4c6f72b9f33cd" providerId="LiveId" clId="{3D006D06-95B6-4DA3-A715-3F3D47240BE7}" dt="2026-08-21T22:36:19.381" v="581" actId="14100"/>
          <ac:spMkLst>
            <pc:docMk/>
            <pc:sldMk cId="3420547581" sldId="564"/>
            <ac:spMk id="18" creationId="{C2B9DDDD-CC00-41D3-AE39-D1452E9AC9DF}"/>
          </ac:spMkLst>
        </pc:spChg>
        <pc:spChg chg="mod">
          <ac:chgData name="Ana Raquel" userId="0fe4c6f72b9f33cd" providerId="LiveId" clId="{3D006D06-95B6-4DA3-A715-3F3D47240BE7}" dt="2026-08-21T22:32:08.470" v="434" actId="255"/>
          <ac:spMkLst>
            <pc:docMk/>
            <pc:sldMk cId="3420547581" sldId="564"/>
            <ac:spMk id="19" creationId="{75DA1A38-67FD-463A-B709-963578D19300}"/>
          </ac:spMkLst>
        </pc:spChg>
        <pc:spChg chg="mod">
          <ac:chgData name="Ana Raquel" userId="0fe4c6f72b9f33cd" providerId="LiveId" clId="{3D006D06-95B6-4DA3-A715-3F3D47240BE7}" dt="2026-08-21T22:32:30.131" v="556" actId="20577"/>
          <ac:spMkLst>
            <pc:docMk/>
            <pc:sldMk cId="3420547581" sldId="564"/>
            <ac:spMk id="21" creationId="{2B4103E6-9704-4C8F-B28F-7BDC95E2CBA0}"/>
          </ac:spMkLst>
        </pc:spChg>
        <pc:picChg chg="add mod">
          <ac:chgData name="Ana Raquel" userId="0fe4c6f72b9f33cd" providerId="LiveId" clId="{3D006D06-95B6-4DA3-A715-3F3D47240BE7}" dt="2026-08-21T23:11:18.376" v="1059" actId="1076"/>
          <ac:picMkLst>
            <pc:docMk/>
            <pc:sldMk cId="3420547581" sldId="564"/>
            <ac:picMk id="4" creationId="{CE24BD35-60D9-FECC-944C-89D048551169}"/>
          </ac:picMkLst>
        </pc:picChg>
        <pc:picChg chg="mod">
          <ac:chgData name="Ana Raquel" userId="0fe4c6f72b9f33cd" providerId="LiveId" clId="{3D006D06-95B6-4DA3-A715-3F3D47240BE7}" dt="2026-08-21T22:35:46.858" v="578" actId="1076"/>
          <ac:picMkLst>
            <pc:docMk/>
            <pc:sldMk cId="3420547581" sldId="564"/>
            <ac:picMk id="5" creationId="{ED97ADD3-2B02-486F-830E-18EDDF1698E9}"/>
          </ac:picMkLst>
        </pc:picChg>
        <pc:picChg chg="mod">
          <ac:chgData name="Ana Raquel" userId="0fe4c6f72b9f33cd" providerId="LiveId" clId="{3D006D06-95B6-4DA3-A715-3F3D47240BE7}" dt="2026-08-21T22:32:16.933" v="518" actId="1037"/>
          <ac:picMkLst>
            <pc:docMk/>
            <pc:sldMk cId="3420547581" sldId="564"/>
            <ac:picMk id="20" creationId="{92E5BC00-FEFA-4512-8FA3-90C34926851E}"/>
          </ac:picMkLst>
        </pc:picChg>
      </pc:sldChg>
      <pc:sldChg chg="del">
        <pc:chgData name="Ana Raquel" userId="0fe4c6f72b9f33cd" providerId="LiveId" clId="{3D006D06-95B6-4DA3-A715-3F3D47240BE7}" dt="2026-08-21T23:01:17.377" v="1053" actId="47"/>
        <pc:sldMkLst>
          <pc:docMk/>
          <pc:sldMk cId="3686773341" sldId="566"/>
        </pc:sldMkLst>
      </pc:sldChg>
      <pc:sldChg chg="addSp delSp modSp mod ord">
        <pc:chgData name="Ana Raquel" userId="0fe4c6f72b9f33cd" providerId="LiveId" clId="{3D006D06-95B6-4DA3-A715-3F3D47240BE7}" dt="2026-08-21T22:31:18.839" v="431" actId="20577"/>
        <pc:sldMkLst>
          <pc:docMk/>
          <pc:sldMk cId="2594858515" sldId="567"/>
        </pc:sldMkLst>
        <pc:spChg chg="add del mod">
          <ac:chgData name="Ana Raquel" userId="0fe4c6f72b9f33cd" providerId="LiveId" clId="{3D006D06-95B6-4DA3-A715-3F3D47240BE7}" dt="2026-08-21T22:21:04.822" v="67" actId="478"/>
          <ac:spMkLst>
            <pc:docMk/>
            <pc:sldMk cId="2594858515" sldId="567"/>
            <ac:spMk id="4" creationId="{0033455D-A710-4579-BDF2-3A893E885C13}"/>
          </ac:spMkLst>
        </pc:spChg>
        <pc:spChg chg="mod">
          <ac:chgData name="Ana Raquel" userId="0fe4c6f72b9f33cd" providerId="LiveId" clId="{3D006D06-95B6-4DA3-A715-3F3D47240BE7}" dt="2026-08-21T22:25:34.691" v="425" actId="20577"/>
          <ac:spMkLst>
            <pc:docMk/>
            <pc:sldMk cId="2594858515" sldId="567"/>
            <ac:spMk id="7" creationId="{9DE9A492-2CB2-4446-A6BE-C8E8B1771EF7}"/>
          </ac:spMkLst>
        </pc:spChg>
        <pc:spChg chg="add del mod">
          <ac:chgData name="Ana Raquel" userId="0fe4c6f72b9f33cd" providerId="LiveId" clId="{3D006D06-95B6-4DA3-A715-3F3D47240BE7}" dt="2026-08-21T22:21:56.192" v="69" actId="931"/>
          <ac:spMkLst>
            <pc:docMk/>
            <pc:sldMk cId="2594858515" sldId="567"/>
            <ac:spMk id="9" creationId="{29F2979B-F9AD-19B5-00F0-F47F7CA6ADC7}"/>
          </ac:spMkLst>
        </pc:spChg>
        <pc:spChg chg="mod">
          <ac:chgData name="Ana Raquel" userId="0fe4c6f72b9f33cd" providerId="LiveId" clId="{3D006D06-95B6-4DA3-A715-3F3D47240BE7}" dt="2026-08-21T22:31:18.839" v="431" actId="20577"/>
          <ac:spMkLst>
            <pc:docMk/>
            <pc:sldMk cId="2594858515" sldId="567"/>
            <ac:spMk id="11" creationId="{53A481CE-8CE6-4328-8929-64FC668DE6EA}"/>
          </ac:spMkLst>
        </pc:spChg>
        <pc:spChg chg="mod">
          <ac:chgData name="Ana Raquel" userId="0fe4c6f72b9f33cd" providerId="LiveId" clId="{3D006D06-95B6-4DA3-A715-3F3D47240BE7}" dt="2026-08-21T22:22:13.418" v="91" actId="20577"/>
          <ac:spMkLst>
            <pc:docMk/>
            <pc:sldMk cId="2594858515" sldId="567"/>
            <ac:spMk id="19" creationId="{F190CA60-C5B2-4DDD-8E10-B61B166DA83D}"/>
          </ac:spMkLst>
        </pc:spChg>
        <pc:picChg chg="add del mod">
          <ac:chgData name="Ana Raquel" userId="0fe4c6f72b9f33cd" providerId="LiveId" clId="{3D006D06-95B6-4DA3-A715-3F3D47240BE7}" dt="2026-08-21T22:21:04.315" v="66" actId="22"/>
          <ac:picMkLst>
            <pc:docMk/>
            <pc:sldMk cId="2594858515" sldId="567"/>
            <ac:picMk id="6" creationId="{9F313EF2-4C4D-F2AC-162E-87C506DAD760}"/>
          </ac:picMkLst>
        </pc:picChg>
        <pc:picChg chg="add mod ord">
          <ac:chgData name="Ana Raquel" userId="0fe4c6f72b9f33cd" providerId="LiveId" clId="{3D006D06-95B6-4DA3-A715-3F3D47240BE7}" dt="2026-08-21T22:21:56.192" v="69" actId="931"/>
          <ac:picMkLst>
            <pc:docMk/>
            <pc:sldMk cId="2594858515" sldId="567"/>
            <ac:picMk id="14" creationId="{2EC5C9C4-9CB1-75CD-060E-29563689A781}"/>
          </ac:picMkLst>
        </pc:picChg>
        <pc:picChg chg="add del">
          <ac:chgData name="Ana Raquel" userId="0fe4c6f72b9f33cd" providerId="LiveId" clId="{3D006D06-95B6-4DA3-A715-3F3D47240BE7}" dt="2026-08-21T22:21:22.259" v="68" actId="478"/>
          <ac:picMkLst>
            <pc:docMk/>
            <pc:sldMk cId="2594858515" sldId="567"/>
            <ac:picMk id="15" creationId="{7B31AD68-A4C9-4DC6-8F64-89E4E53865F9}"/>
          </ac:picMkLst>
        </pc:picChg>
      </pc:sldChg>
      <pc:sldChg chg="addSp delSp modSp mod">
        <pc:chgData name="Ana Raquel" userId="0fe4c6f72b9f33cd" providerId="LiveId" clId="{3D006D06-95B6-4DA3-A715-3F3D47240BE7}" dt="2026-08-22T00:01:00.226" v="1161" actId="1076"/>
        <pc:sldMkLst>
          <pc:docMk/>
          <pc:sldMk cId="3555690992" sldId="568"/>
        </pc:sldMkLst>
        <pc:spChg chg="mod">
          <ac:chgData name="Ana Raquel" userId="0fe4c6f72b9f33cd" providerId="LiveId" clId="{3D006D06-95B6-4DA3-A715-3F3D47240BE7}" dt="2026-08-21T22:37:07.834" v="615" actId="14100"/>
          <ac:spMkLst>
            <pc:docMk/>
            <pc:sldMk cId="3555690992" sldId="568"/>
            <ac:spMk id="4" creationId="{7EE7C829-EBFE-42B9-B96A-D5E244CE110B}"/>
          </ac:spMkLst>
        </pc:spChg>
        <pc:spChg chg="add mod">
          <ac:chgData name="Ana Raquel" userId="0fe4c6f72b9f33cd" providerId="LiveId" clId="{3D006D06-95B6-4DA3-A715-3F3D47240BE7}" dt="2026-08-21T22:59:40.294" v="1016" actId="255"/>
          <ac:spMkLst>
            <pc:docMk/>
            <pc:sldMk cId="3555690992" sldId="568"/>
            <ac:spMk id="5" creationId="{72CDBEA8-A722-1C52-FAE0-56B4DEE27885}"/>
          </ac:spMkLst>
        </pc:spChg>
        <pc:spChg chg="del">
          <ac:chgData name="Ana Raquel" userId="0fe4c6f72b9f33cd" providerId="LiveId" clId="{3D006D06-95B6-4DA3-A715-3F3D47240BE7}" dt="2026-08-21T22:37:44.823" v="770" actId="478"/>
          <ac:spMkLst>
            <pc:docMk/>
            <pc:sldMk cId="3555690992" sldId="568"/>
            <ac:spMk id="9" creationId="{12E608DA-C898-46B5-AECC-A13E681B3647}"/>
          </ac:spMkLst>
        </pc:spChg>
        <pc:spChg chg="add mod">
          <ac:chgData name="Ana Raquel" userId="0fe4c6f72b9f33cd" providerId="LiveId" clId="{3D006D06-95B6-4DA3-A715-3F3D47240BE7}" dt="2026-08-22T00:00:51.527" v="1160" actId="20577"/>
          <ac:spMkLst>
            <pc:docMk/>
            <pc:sldMk cId="3555690992" sldId="568"/>
            <ac:spMk id="10" creationId="{4DBFB6E0-28B5-68C3-C3FE-8AB884AADCDB}"/>
          </ac:spMkLst>
        </pc:spChg>
        <pc:spChg chg="del">
          <ac:chgData name="Ana Raquel" userId="0fe4c6f72b9f33cd" providerId="LiveId" clId="{3D006D06-95B6-4DA3-A715-3F3D47240BE7}" dt="2026-08-21T22:37:45.984" v="771" actId="478"/>
          <ac:spMkLst>
            <pc:docMk/>
            <pc:sldMk cId="3555690992" sldId="568"/>
            <ac:spMk id="12" creationId="{B7E5FCE1-D4A2-4696-832C-C6078B92D378}"/>
          </ac:spMkLst>
        </pc:spChg>
        <pc:spChg chg="add mod">
          <ac:chgData name="Ana Raquel" userId="0fe4c6f72b9f33cd" providerId="LiveId" clId="{3D006D06-95B6-4DA3-A715-3F3D47240BE7}" dt="2026-08-22T00:01:00.226" v="1161" actId="1076"/>
          <ac:spMkLst>
            <pc:docMk/>
            <pc:sldMk cId="3555690992" sldId="568"/>
            <ac:spMk id="13" creationId="{64315836-3D4D-1454-9E20-15430C1ECCE4}"/>
          </ac:spMkLst>
        </pc:spChg>
        <pc:spChg chg="del">
          <ac:chgData name="Ana Raquel" userId="0fe4c6f72b9f33cd" providerId="LiveId" clId="{3D006D06-95B6-4DA3-A715-3F3D47240BE7}" dt="2026-08-21T22:37:46.679" v="772" actId="478"/>
          <ac:spMkLst>
            <pc:docMk/>
            <pc:sldMk cId="3555690992" sldId="568"/>
            <ac:spMk id="16" creationId="{A058E97C-9B78-4C17-95E2-7BC1B32327A3}"/>
          </ac:spMkLst>
        </pc:spChg>
        <pc:spChg chg="del">
          <ac:chgData name="Ana Raquel" userId="0fe4c6f72b9f33cd" providerId="LiveId" clId="{3D006D06-95B6-4DA3-A715-3F3D47240BE7}" dt="2026-08-21T22:37:50.121" v="775" actId="478"/>
          <ac:spMkLst>
            <pc:docMk/>
            <pc:sldMk cId="3555690992" sldId="568"/>
            <ac:spMk id="17" creationId="{2A533A64-46B5-4CDB-B1B8-B3ACBA9A1CD9}"/>
          </ac:spMkLst>
        </pc:spChg>
        <pc:spChg chg="del">
          <ac:chgData name="Ana Raquel" userId="0fe4c6f72b9f33cd" providerId="LiveId" clId="{3D006D06-95B6-4DA3-A715-3F3D47240BE7}" dt="2026-08-21T22:37:49.089" v="774" actId="478"/>
          <ac:spMkLst>
            <pc:docMk/>
            <pc:sldMk cId="3555690992" sldId="568"/>
            <ac:spMk id="18" creationId="{C2B9DDDD-CC00-41D3-AE39-D1452E9AC9DF}"/>
          </ac:spMkLst>
        </pc:spChg>
        <pc:spChg chg="del">
          <ac:chgData name="Ana Raquel" userId="0fe4c6f72b9f33cd" providerId="LiveId" clId="{3D006D06-95B6-4DA3-A715-3F3D47240BE7}" dt="2026-08-21T22:37:47.964" v="773" actId="478"/>
          <ac:spMkLst>
            <pc:docMk/>
            <pc:sldMk cId="3555690992" sldId="568"/>
            <ac:spMk id="19" creationId="{5B0EEAF5-9FE7-4EB7-8812-B6F0939DE56E}"/>
          </ac:spMkLst>
        </pc:spChg>
        <pc:spChg chg="del">
          <ac:chgData name="Ana Raquel" userId="0fe4c6f72b9f33cd" providerId="LiveId" clId="{3D006D06-95B6-4DA3-A715-3F3D47240BE7}" dt="2026-08-21T22:51:14.273" v="830" actId="478"/>
          <ac:spMkLst>
            <pc:docMk/>
            <pc:sldMk cId="3555690992" sldId="568"/>
            <ac:spMk id="20" creationId="{A7DD0137-3280-48EF-B8E5-D0E6A3FF8290}"/>
          </ac:spMkLst>
        </pc:spChg>
        <pc:spChg chg="mod">
          <ac:chgData name="Ana Raquel" userId="0fe4c6f72b9f33cd" providerId="LiveId" clId="{3D006D06-95B6-4DA3-A715-3F3D47240BE7}" dt="2026-08-21T22:59:34.862" v="1015" actId="255"/>
          <ac:spMkLst>
            <pc:docMk/>
            <pc:sldMk cId="3555690992" sldId="568"/>
            <ac:spMk id="21" creationId="{FB199360-B2CA-4670-B0C4-164457F38BAA}"/>
          </ac:spMkLst>
        </pc:spChg>
        <pc:spChg chg="mod">
          <ac:chgData name="Ana Raquel" userId="0fe4c6f72b9f33cd" providerId="LiveId" clId="{3D006D06-95B6-4DA3-A715-3F3D47240BE7}" dt="2026-08-21T22:37:41.899" v="769" actId="14100"/>
          <ac:spMkLst>
            <pc:docMk/>
            <pc:sldMk cId="3555690992" sldId="568"/>
            <ac:spMk id="22" creationId="{7EA03704-94AC-4D0B-9436-F08C97258A9D}"/>
          </ac:spMkLst>
        </pc:spChg>
        <pc:picChg chg="mod">
          <ac:chgData name="Ana Raquel" userId="0fe4c6f72b9f33cd" providerId="LiveId" clId="{3D006D06-95B6-4DA3-A715-3F3D47240BE7}" dt="2026-08-21T23:00:50.343" v="1048" actId="1076"/>
          <ac:picMkLst>
            <pc:docMk/>
            <pc:sldMk cId="3555690992" sldId="568"/>
            <ac:picMk id="7" creationId="{A6F7BAF0-6BCB-48F6-8C8E-53ADC18D8098}"/>
          </ac:picMkLst>
        </pc:picChg>
        <pc:picChg chg="add mod">
          <ac:chgData name="Ana Raquel" userId="0fe4c6f72b9f33cd" providerId="LiveId" clId="{3D006D06-95B6-4DA3-A715-3F3D47240BE7}" dt="2026-08-21T23:00:54.163" v="1050" actId="1076"/>
          <ac:picMkLst>
            <pc:docMk/>
            <pc:sldMk cId="3555690992" sldId="568"/>
            <ac:picMk id="15" creationId="{D1402139-C99C-FF94-5CAC-D2F9411E1C2E}"/>
          </ac:picMkLst>
        </pc:picChg>
        <pc:picChg chg="add mod">
          <ac:chgData name="Ana Raquel" userId="0fe4c6f72b9f33cd" providerId="LiveId" clId="{3D006D06-95B6-4DA3-A715-3F3D47240BE7}" dt="2026-08-21T23:01:01.280" v="1052" actId="1076"/>
          <ac:picMkLst>
            <pc:docMk/>
            <pc:sldMk cId="3555690992" sldId="568"/>
            <ac:picMk id="25" creationId="{8B9056CF-C97E-F50D-74A5-60EB21FDAB49}"/>
          </ac:picMkLst>
        </pc:picChg>
      </pc:sldChg>
      <pc:sldChg chg="del">
        <pc:chgData name="Ana Raquel" userId="0fe4c6f72b9f33cd" providerId="LiveId" clId="{3D006D06-95B6-4DA3-A715-3F3D47240BE7}" dt="2026-08-21T23:01:18.122" v="1054" actId="47"/>
        <pc:sldMkLst>
          <pc:docMk/>
          <pc:sldMk cId="4005569321" sldId="569"/>
        </pc:sldMkLst>
      </pc:sldChg>
      <pc:sldChg chg="del">
        <pc:chgData name="Ana Raquel" userId="0fe4c6f72b9f33cd" providerId="LiveId" clId="{3D006D06-95B6-4DA3-A715-3F3D47240BE7}" dt="2026-08-21T23:01:18.615" v="1055" actId="47"/>
        <pc:sldMkLst>
          <pc:docMk/>
          <pc:sldMk cId="984335973" sldId="570"/>
        </pc:sldMkLst>
      </pc:sldChg>
      <pc:sldChg chg="del">
        <pc:chgData name="Ana Raquel" userId="0fe4c6f72b9f33cd" providerId="LiveId" clId="{3D006D06-95B6-4DA3-A715-3F3D47240BE7}" dt="2026-08-21T23:01:22.187" v="1057" actId="47"/>
        <pc:sldMkLst>
          <pc:docMk/>
          <pc:sldMk cId="1644782471" sldId="571"/>
        </pc:sldMkLst>
      </pc:sldChg>
      <pc:sldChg chg="delSp modSp mod">
        <pc:chgData name="Ana Raquel" userId="0fe4c6f72b9f33cd" providerId="LiveId" clId="{3D006D06-95B6-4DA3-A715-3F3D47240BE7}" dt="2026-08-22T00:00:02.422" v="1152" actId="255"/>
        <pc:sldMkLst>
          <pc:docMk/>
          <pc:sldMk cId="3741426437" sldId="572"/>
        </pc:sldMkLst>
        <pc:spChg chg="del">
          <ac:chgData name="Ana Raquel" userId="0fe4c6f72b9f33cd" providerId="LiveId" clId="{3D006D06-95B6-4DA3-A715-3F3D47240BE7}" dt="2026-08-21T23:11:33.473" v="1074" actId="478"/>
          <ac:spMkLst>
            <pc:docMk/>
            <pc:sldMk cId="3741426437" sldId="572"/>
            <ac:spMk id="7" creationId="{9DE9A492-2CB2-4446-A6BE-C8E8B1771EF7}"/>
          </ac:spMkLst>
        </pc:spChg>
        <pc:spChg chg="mod">
          <ac:chgData name="Ana Raquel" userId="0fe4c6f72b9f33cd" providerId="LiveId" clId="{3D006D06-95B6-4DA3-A715-3F3D47240BE7}" dt="2026-08-22T00:00:02.422" v="1152" actId="255"/>
          <ac:spMkLst>
            <pc:docMk/>
            <pc:sldMk cId="3741426437" sldId="572"/>
            <ac:spMk id="11" creationId="{53A481CE-8CE6-4328-8929-64FC668DE6EA}"/>
          </ac:spMkLst>
        </pc:spChg>
        <pc:spChg chg="mod">
          <ac:chgData name="Ana Raquel" userId="0fe4c6f72b9f33cd" providerId="LiveId" clId="{3D006D06-95B6-4DA3-A715-3F3D47240BE7}" dt="2026-08-21T23:11:29.321" v="1073"/>
          <ac:spMkLst>
            <pc:docMk/>
            <pc:sldMk cId="3741426437" sldId="572"/>
            <ac:spMk id="19" creationId="{F190CA60-C5B2-4DDD-8E10-B61B166DA83D}"/>
          </ac:spMkLst>
        </pc:spChg>
      </pc:sldChg>
    </pc:docChg>
  </pc:docChgLst>
  <pc:docChgLst>
    <pc:chgData name="Guest User" userId="S::urn:spo:tenantanon#280cc7f7-7efa-424a-aefe-54f95cda9ae9::" providerId="AD" clId="Web-{4180EFD9-E7EB-C431-F953-34E53F0E9188}"/>
    <pc:docChg chg="modSld">
      <pc:chgData name="Guest User" userId="S::urn:spo:tenantanon#280cc7f7-7efa-424a-aefe-54f95cda9ae9::" providerId="AD" clId="Web-{4180EFD9-E7EB-C431-F953-34E53F0E9188}" dt="2026-08-05T15:02:34.374" v="13" actId="14100"/>
      <pc:docMkLst>
        <pc:docMk/>
      </pc:docMkLst>
      <pc:sldChg chg="addSp delSp modSp">
        <pc:chgData name="Guest User" userId="S::urn:spo:tenantanon#280cc7f7-7efa-424a-aefe-54f95cda9ae9::" providerId="AD" clId="Web-{4180EFD9-E7EB-C431-F953-34E53F0E9188}" dt="2026-08-05T15:02:34.374" v="13" actId="14100"/>
        <pc:sldMkLst>
          <pc:docMk/>
          <pc:sldMk cId="3741426437" sldId="572"/>
        </pc:sldMkLst>
        <pc:picChg chg="add mod ord modCrop">
          <ac:chgData name="Guest User" userId="S::urn:spo:tenantanon#280cc7f7-7efa-424a-aefe-54f95cda9ae9::" providerId="AD" clId="Web-{4180EFD9-E7EB-C431-F953-34E53F0E9188}" dt="2026-08-05T15:02:34.374" v="13" actId="14100"/>
          <ac:picMkLst>
            <pc:docMk/>
            <pc:sldMk cId="3741426437" sldId="572"/>
            <ac:picMk id="5" creationId="{E623852C-8D72-8672-8DDD-39A3424E3C79}"/>
          </ac:picMkLst>
        </pc:picChg>
      </pc:sldChg>
    </pc:docChg>
  </pc:docChgLst>
  <pc:docChgLst>
    <pc:chgData name="Ingryd Diogenes Bandeira Leandro Viana" userId="S::ingryd.viana@fiap.com.br::795a115a-63c1-47cb-a774-29375cd8371f" providerId="AD" clId="Web-{19D007B0-3247-9252-2A17-39E5C7D44AC8}"/>
    <pc:docChg chg="modSld">
      <pc:chgData name="Ingryd Diogenes Bandeira Leandro Viana" userId="S::ingryd.viana@fiap.com.br::795a115a-63c1-47cb-a774-29375cd8371f" providerId="AD" clId="Web-{19D007B0-3247-9252-2A17-39E5C7D44AC8}" dt="2026-07-29T14:52:41.889" v="2" actId="1076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143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471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647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63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1622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293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45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8A86B33-DAF0-4838-B591-63EB6437AA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3934" y="1184911"/>
            <a:ext cx="4716463" cy="5848350"/>
          </a:xfrm>
          <a:prstGeom prst="snip1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31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45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567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42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5D045-B26C-42B0-A375-DBE65EA43142}" type="datetimeFigureOut">
              <a:rPr lang="pt-BR" smtClean="0"/>
              <a:t>21/08/2026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6B20C-3A5A-4FF8-9EC8-0FF2AD1746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74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jp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jpe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69A82AD-2928-485D-A510-56AB29E44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03EB35A-3761-423D-8526-92BCD0EDD983}"/>
              </a:ext>
            </a:extLst>
          </p:cNvPr>
          <p:cNvSpPr txBox="1"/>
          <p:nvPr/>
        </p:nvSpPr>
        <p:spPr>
          <a:xfrm>
            <a:off x="1127400" y="4758141"/>
            <a:ext cx="118810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1F1F1"/>
                </a:solidFill>
                <a:latin typeface="Gotham Book" pitchFamily="50" charset="0"/>
                <a:ea typeface="Roboto light" panose="02000000000000000000" pitchFamily="2" charset="0"/>
              </a:rPr>
              <a:t>IA na hiperpersonalização em escala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78414A-7023-4330-9F58-EE66888216DB}"/>
              </a:ext>
            </a:extLst>
          </p:cNvPr>
          <p:cNvSpPr txBox="1"/>
          <p:nvPr/>
        </p:nvSpPr>
        <p:spPr>
          <a:xfrm>
            <a:off x="1169933" y="6697133"/>
            <a:ext cx="47626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dirty="0">
                <a:solidFill>
                  <a:srgbClr val="F5F5F5"/>
                </a:solidFill>
                <a:latin typeface="Gotham Book" pitchFamily="50" charset="0"/>
                <a:ea typeface="Roboto light" panose="02000000000000000000" pitchFamily="2" charset="0"/>
              </a:rPr>
              <a:t>Coordenadora Ana Raquel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8C9444-A83F-4797-A445-CE6ECE817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9933" y="846722"/>
            <a:ext cx="3161799" cy="94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58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67F6DD-3E2F-411E-8593-886DC11AF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4630400" cy="82296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DE6424B-2C30-4714-A2E5-1134D10591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" y="0"/>
            <a:ext cx="14630400" cy="8229600"/>
          </a:xfrm>
          <a:prstGeom prst="rect">
            <a:avLst/>
          </a:prstGeom>
        </p:spPr>
      </p:pic>
      <p:sp>
        <p:nvSpPr>
          <p:cNvPr id="11" name="CaixaDeTexto 11">
            <a:extLst>
              <a:ext uri="{FF2B5EF4-FFF2-40B4-BE49-F238E27FC236}">
                <a16:creationId xmlns:a16="http://schemas.microsoft.com/office/drawing/2014/main" id="{53A481CE-8CE6-4328-8929-64FC668DE6EA}"/>
              </a:ext>
            </a:extLst>
          </p:cNvPr>
          <p:cNvSpPr txBox="1"/>
          <p:nvPr/>
        </p:nvSpPr>
        <p:spPr>
          <a:xfrm>
            <a:off x="6502052" y="3378403"/>
            <a:ext cx="6426548" cy="24622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rgbClr val="C5CAE9"/>
                </a:solidFill>
                <a:latin typeface="Gotham Light" pitchFamily="50" charset="0"/>
                <a:ea typeface="Roboto light" panose="02000000000000000000" pitchFamily="2" charset="0"/>
              </a:rPr>
              <a:t>Sou Cientista de Dados e Creator no Itaú e trabalho diretamente com hiperpersonalização no time de CRM cognitivo, utilizando inteligência artificial generativa, machine learning e deep learning. Tenho mais de 10 anos de experiência de mercado em dados e IA e sou apaixonada por música, café e ciência de dados 💙</a:t>
            </a:r>
          </a:p>
          <a:p>
            <a:endParaRPr lang="pt-BR" sz="2200" dirty="0">
              <a:solidFill>
                <a:srgbClr val="C5CAE9"/>
              </a:solidFill>
              <a:latin typeface="Gotham Light" pitchFamily="50" charset="0"/>
              <a:ea typeface="Roboto light" panose="02000000000000000000" pitchFamily="2" charset="0"/>
            </a:endParaRPr>
          </a:p>
        </p:txBody>
      </p:sp>
      <p:sp>
        <p:nvSpPr>
          <p:cNvPr id="7" name="CaixaDeTexto 3">
            <a:extLst>
              <a:ext uri="{FF2B5EF4-FFF2-40B4-BE49-F238E27FC236}">
                <a16:creationId xmlns:a16="http://schemas.microsoft.com/office/drawing/2014/main" id="{9DE9A492-2CB2-4446-A6BE-C8E8B1771EF7}"/>
              </a:ext>
            </a:extLst>
          </p:cNvPr>
          <p:cNvSpPr txBox="1"/>
          <p:nvPr/>
        </p:nvSpPr>
        <p:spPr>
          <a:xfrm>
            <a:off x="6502052" y="2501241"/>
            <a:ext cx="586089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da-DK" sz="2400" dirty="0">
                <a:solidFill>
                  <a:srgbClr val="ED145B"/>
                </a:solidFill>
                <a:latin typeface="Gotham Book" pitchFamily="50" charset="0"/>
              </a:rPr>
              <a:t>Coordenadora das Pós Tech de </a:t>
            </a:r>
          </a:p>
          <a:p>
            <a:r>
              <a:rPr lang="da-DK" sz="2400" dirty="0">
                <a:solidFill>
                  <a:srgbClr val="ED145B"/>
                </a:solidFill>
                <a:latin typeface="Gotham Book" pitchFamily="50" charset="0"/>
              </a:rPr>
              <a:t>IA Scientist e Data Analytics</a:t>
            </a:r>
            <a:endParaRPr lang="pt-BR" sz="2400" dirty="0">
              <a:solidFill>
                <a:srgbClr val="ED145B"/>
              </a:solidFill>
              <a:latin typeface="Gotham Book" pitchFamily="50" charset="0"/>
            </a:endParaRPr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DC4F38F4-70A6-4D9A-839E-FEE6E067A0DD}"/>
              </a:ext>
            </a:extLst>
          </p:cNvPr>
          <p:cNvSpPr/>
          <p:nvPr/>
        </p:nvSpPr>
        <p:spPr>
          <a:xfrm>
            <a:off x="3750067" y="1900722"/>
            <a:ext cx="1590574" cy="1477682"/>
          </a:xfrm>
          <a:prstGeom prst="snip1Rect">
            <a:avLst>
              <a:gd name="adj" fmla="val 49346"/>
            </a:avLst>
          </a:prstGeom>
          <a:noFill/>
          <a:ln w="19050">
            <a:solidFill>
              <a:srgbClr val="ED1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3">
            <a:extLst>
              <a:ext uri="{FF2B5EF4-FFF2-40B4-BE49-F238E27FC236}">
                <a16:creationId xmlns:a16="http://schemas.microsoft.com/office/drawing/2014/main" id="{F190CA60-C5B2-4DDD-8E10-B61B166DA83D}"/>
              </a:ext>
            </a:extLst>
          </p:cNvPr>
          <p:cNvSpPr txBox="1"/>
          <p:nvPr/>
        </p:nvSpPr>
        <p:spPr>
          <a:xfrm>
            <a:off x="6502052" y="1900721"/>
            <a:ext cx="6556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pt-BR" sz="4400" dirty="0">
                <a:solidFill>
                  <a:srgbClr val="F5F5F5"/>
                </a:solidFill>
                <a:latin typeface="Gotham Book" pitchFamily="50" charset="0"/>
              </a:rPr>
              <a:t>Ana Raquel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7DF83A73-C521-4C2E-82CD-8138E8E0D2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1527" y="110875"/>
            <a:ext cx="2532954" cy="377208"/>
          </a:xfrm>
          <a:prstGeom prst="rect">
            <a:avLst/>
          </a:prstGeom>
        </p:spPr>
      </p:pic>
      <p:pic>
        <p:nvPicPr>
          <p:cNvPr id="14" name="Espaço Reservado para Imagem 13">
            <a:extLst>
              <a:ext uri="{FF2B5EF4-FFF2-40B4-BE49-F238E27FC236}">
                <a16:creationId xmlns:a16="http://schemas.microsoft.com/office/drawing/2014/main" id="{2EC5C9C4-9CB1-75CD-060E-29563689A7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" r="2518"/>
          <a:stretch>
            <a:fillRect/>
          </a:stretch>
        </p:blipFill>
        <p:spPr>
          <a:prstGeom prst="snip1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58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97ADD3-2B02-486F-830E-18EDDF169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5344C1D-7DB1-4B9C-BAE0-9F8345D185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0" y="0"/>
            <a:ext cx="14630400" cy="8229600"/>
          </a:xfrm>
          <a:prstGeom prst="rect">
            <a:avLst/>
          </a:prstGeom>
        </p:spPr>
      </p:pic>
      <p:sp>
        <p:nvSpPr>
          <p:cNvPr id="18" name="CaixaDeTexto 11">
            <a:extLst>
              <a:ext uri="{FF2B5EF4-FFF2-40B4-BE49-F238E27FC236}">
                <a16:creationId xmlns:a16="http://schemas.microsoft.com/office/drawing/2014/main" id="{C2B9DDDD-CC00-41D3-AE39-D1452E9AC9DF}"/>
              </a:ext>
            </a:extLst>
          </p:cNvPr>
          <p:cNvSpPr txBox="1"/>
          <p:nvPr/>
        </p:nvSpPr>
        <p:spPr>
          <a:xfrm>
            <a:off x="1632102" y="3905193"/>
            <a:ext cx="8864448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400" dirty="0">
                <a:solidFill>
                  <a:srgbClr val="C5CAE9"/>
                </a:solidFill>
                <a:latin typeface="Gotham Book" pitchFamily="50" charset="0"/>
                <a:ea typeface="Roboto light" panose="02000000000000000000" pitchFamily="2" charset="0"/>
              </a:rPr>
              <a:t>Hiperpersonalização é usar dados e inteligência artificial para criar experiências únicas e relevantes para cada cliente, no momento certo.</a:t>
            </a:r>
          </a:p>
        </p:txBody>
      </p:sp>
      <p:sp>
        <p:nvSpPr>
          <p:cNvPr id="19" name="CaixaDeTexto 3">
            <a:extLst>
              <a:ext uri="{FF2B5EF4-FFF2-40B4-BE49-F238E27FC236}">
                <a16:creationId xmlns:a16="http://schemas.microsoft.com/office/drawing/2014/main" id="{75DA1A38-67FD-463A-B709-963578D19300}"/>
              </a:ext>
            </a:extLst>
          </p:cNvPr>
          <p:cNvSpPr txBox="1"/>
          <p:nvPr/>
        </p:nvSpPr>
        <p:spPr>
          <a:xfrm>
            <a:off x="1632102" y="2412332"/>
            <a:ext cx="1233154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pt-BR" sz="4400" dirty="0">
                <a:solidFill>
                  <a:srgbClr val="F1F1F1"/>
                </a:solidFill>
                <a:latin typeface="Gotham Book" pitchFamily="50" charset="0"/>
                <a:ea typeface="Roboto light" panose="02000000000000000000" pitchFamily="2" charset="0"/>
              </a:rPr>
              <a:t>IA na hiperpersonalização em escala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92E5BC00-FEFA-4512-8FA3-90C3492685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0278" y="2607021"/>
            <a:ext cx="941386" cy="380063"/>
          </a:xfrm>
          <a:prstGeom prst="rect">
            <a:avLst/>
          </a:prstGeom>
        </p:spPr>
      </p:pic>
      <p:sp>
        <p:nvSpPr>
          <p:cNvPr id="21" name="CaixaDeTexto 3">
            <a:extLst>
              <a:ext uri="{FF2B5EF4-FFF2-40B4-BE49-F238E27FC236}">
                <a16:creationId xmlns:a16="http://schemas.microsoft.com/office/drawing/2014/main" id="{2B4103E6-9704-4C8F-B28F-7BDC95E2CBA0}"/>
              </a:ext>
            </a:extLst>
          </p:cNvPr>
          <p:cNvSpPr txBox="1"/>
          <p:nvPr/>
        </p:nvSpPr>
        <p:spPr>
          <a:xfrm>
            <a:off x="1632102" y="3304884"/>
            <a:ext cx="586089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pt-BR" sz="2400" dirty="0">
                <a:solidFill>
                  <a:srgbClr val="ED145B"/>
                </a:solidFill>
                <a:latin typeface="Gotham Book" pitchFamily="50" charset="0"/>
              </a:rPr>
              <a:t>Afinal, o que é hiperpersonalização?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DB9EC3F-B3D5-4C56-A306-72274A451E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1527" y="110875"/>
            <a:ext cx="2532954" cy="37720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E24BD35-60D9-FECC-944C-89D0485511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6131" y="5552886"/>
            <a:ext cx="6265569" cy="227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4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F924A3-E402-4AE9-A4B1-427F56D8E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5344C1D-7DB1-4B9C-BAE0-9F8345D185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EE7C829-EBFE-42B9-B96A-D5E244CE110B}"/>
              </a:ext>
            </a:extLst>
          </p:cNvPr>
          <p:cNvSpPr txBox="1"/>
          <p:nvPr/>
        </p:nvSpPr>
        <p:spPr>
          <a:xfrm>
            <a:off x="1632101" y="984403"/>
            <a:ext cx="1037892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pt-BR" sz="6000" dirty="0">
                <a:solidFill>
                  <a:srgbClr val="F5F5F5"/>
                </a:solidFill>
                <a:latin typeface="Gotham Book" pitchFamily="50" charset="0"/>
              </a:rPr>
              <a:t>Vamos aprender na prática?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6F7BAF0-6BCB-48F6-8C8E-53ADC18D80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0754" y="3216641"/>
            <a:ext cx="941386" cy="380063"/>
          </a:xfrm>
          <a:prstGeom prst="rect">
            <a:avLst/>
          </a:prstGeom>
        </p:spPr>
      </p:pic>
      <p:sp>
        <p:nvSpPr>
          <p:cNvPr id="21" name="CaixaDeTexto 11">
            <a:extLst>
              <a:ext uri="{FF2B5EF4-FFF2-40B4-BE49-F238E27FC236}">
                <a16:creationId xmlns:a16="http://schemas.microsoft.com/office/drawing/2014/main" id="{FB199360-B2CA-4670-B0C4-164457F38BAA}"/>
              </a:ext>
            </a:extLst>
          </p:cNvPr>
          <p:cNvSpPr txBox="1"/>
          <p:nvPr/>
        </p:nvSpPr>
        <p:spPr>
          <a:xfrm>
            <a:off x="558800" y="2945008"/>
            <a:ext cx="2574925" cy="3477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400" dirty="0">
                <a:solidFill>
                  <a:srgbClr val="C5CAE9"/>
                </a:solidFill>
                <a:latin typeface="Gotham Book" pitchFamily="50" charset="0"/>
                <a:ea typeface="Roboto light" panose="02000000000000000000" pitchFamily="2" charset="0"/>
              </a:rPr>
              <a:t>🎲</a:t>
            </a:r>
          </a:p>
          <a:p>
            <a:endParaRPr lang="pt-BR" dirty="0">
              <a:solidFill>
                <a:srgbClr val="C5CAE9"/>
              </a:solidFill>
              <a:latin typeface="Gotham Book" pitchFamily="50" charset="0"/>
              <a:ea typeface="Roboto light" panose="02000000000000000000" pitchFamily="2" charset="0"/>
            </a:endParaRPr>
          </a:p>
          <a:p>
            <a:r>
              <a:rPr lang="pt-BR" dirty="0">
                <a:solidFill>
                  <a:srgbClr val="C5CAE9"/>
                </a:solidFill>
                <a:latin typeface="Gotham Book" pitchFamily="50" charset="0"/>
                <a:ea typeface="Roboto light" panose="02000000000000000000" pitchFamily="2" charset="0"/>
              </a:rPr>
              <a:t>Dados Históricos de sessão no e-commerce </a:t>
            </a:r>
          </a:p>
          <a:p>
            <a:endParaRPr lang="pt-BR" dirty="0">
              <a:solidFill>
                <a:srgbClr val="C5CAE9"/>
              </a:solidFill>
              <a:latin typeface="Gotham Book" pitchFamily="50" charset="0"/>
              <a:ea typeface="Roboto light" panose="02000000000000000000" pitchFamily="2" charset="0"/>
            </a:endParaRP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histórico de navegação;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comportamento de sessão;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categoria principal;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produtos visualizados;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eventos dos últimos 30 dias.</a:t>
            </a:r>
          </a:p>
          <a:p>
            <a:endParaRPr lang="pt-BR" sz="2400" dirty="0">
              <a:solidFill>
                <a:srgbClr val="C5CAE9"/>
              </a:solidFill>
              <a:latin typeface="Gotham Book" pitchFamily="50" charset="0"/>
              <a:ea typeface="Roboto light" panose="02000000000000000000" pitchFamily="2" charset="0"/>
            </a:endParaRPr>
          </a:p>
        </p:txBody>
      </p:sp>
      <p:sp>
        <p:nvSpPr>
          <p:cNvPr id="22" name="CaixaDeTexto 3">
            <a:extLst>
              <a:ext uri="{FF2B5EF4-FFF2-40B4-BE49-F238E27FC236}">
                <a16:creationId xmlns:a16="http://schemas.microsoft.com/office/drawing/2014/main" id="{7EA03704-94AC-4D0B-9436-F08C97258A9D}"/>
              </a:ext>
            </a:extLst>
          </p:cNvPr>
          <p:cNvSpPr txBox="1"/>
          <p:nvPr/>
        </p:nvSpPr>
        <p:spPr>
          <a:xfrm>
            <a:off x="1632102" y="2000066"/>
            <a:ext cx="1193149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pt-BR" sz="2400" dirty="0">
                <a:solidFill>
                  <a:srgbClr val="ED145B"/>
                </a:solidFill>
                <a:latin typeface="Gotham Book" pitchFamily="50" charset="0"/>
              </a:rPr>
              <a:t>Arquitetura para construir uma hiperpersonalização com IA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1B89E8C-0780-4B6B-A600-F973B60D0D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1527" y="110875"/>
            <a:ext cx="2532954" cy="377208"/>
          </a:xfrm>
          <a:prstGeom prst="rect">
            <a:avLst/>
          </a:prstGeom>
        </p:spPr>
      </p:pic>
      <p:sp>
        <p:nvSpPr>
          <p:cNvPr id="5" name="CaixaDeTexto 11">
            <a:extLst>
              <a:ext uri="{FF2B5EF4-FFF2-40B4-BE49-F238E27FC236}">
                <a16:creationId xmlns:a16="http://schemas.microsoft.com/office/drawing/2014/main" id="{72CDBEA8-A722-1C52-FAE0-56B4DEE27885}"/>
              </a:ext>
            </a:extLst>
          </p:cNvPr>
          <p:cNvSpPr txBox="1"/>
          <p:nvPr/>
        </p:nvSpPr>
        <p:spPr>
          <a:xfrm>
            <a:off x="3518731" y="2937266"/>
            <a:ext cx="3411463" cy="341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400" dirty="0">
                <a:solidFill>
                  <a:srgbClr val="C5CAE9"/>
                </a:solidFill>
                <a:latin typeface="Gotham Book" pitchFamily="50" charset="0"/>
                <a:ea typeface="Roboto light" panose="02000000000000000000" pitchFamily="2" charset="0"/>
              </a:rPr>
              <a:t>🔮</a:t>
            </a:r>
          </a:p>
          <a:p>
            <a:endParaRPr lang="pt-BR" dirty="0">
              <a:solidFill>
                <a:srgbClr val="C5CAE9"/>
              </a:solidFill>
              <a:latin typeface="Gotham Book" pitchFamily="50" charset="0"/>
              <a:ea typeface="Roboto light" panose="02000000000000000000" pitchFamily="2" charset="0"/>
            </a:endParaRPr>
          </a:p>
          <a:p>
            <a:r>
              <a:rPr lang="pt-BR" dirty="0">
                <a:solidFill>
                  <a:srgbClr val="C5CAE9"/>
                </a:solidFill>
                <a:latin typeface="Gotham Book" pitchFamily="50" charset="0"/>
                <a:ea typeface="Roboto light" panose="02000000000000000000" pitchFamily="2" charset="0"/>
              </a:rPr>
              <a:t>Camanda de Machine Learning</a:t>
            </a:r>
          </a:p>
          <a:p>
            <a:endParaRPr lang="pt-BR" dirty="0">
              <a:solidFill>
                <a:srgbClr val="C5CAE9"/>
              </a:solidFill>
              <a:latin typeface="Gotham Book" pitchFamily="50" charset="0"/>
              <a:ea typeface="Roboto light" panose="02000000000000000000" pitchFamily="2" charset="0"/>
            </a:endParaRPr>
          </a:p>
          <a:p>
            <a:pPr lvl="0"/>
            <a:r>
              <a:rPr lang="pt-BR" sz="1400" dirty="0" err="1">
                <a:solidFill>
                  <a:srgbClr val="F5F5F5"/>
                </a:solidFill>
              </a:rPr>
              <a:t>XGBoost</a:t>
            </a:r>
            <a:r>
              <a:rPr lang="pt-BR" sz="1400" dirty="0">
                <a:solidFill>
                  <a:srgbClr val="F5F5F5"/>
                </a:solidFill>
              </a:rPr>
              <a:t>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pipeline de pré-processamento;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imputação;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padronização;</a:t>
            </a:r>
          </a:p>
          <a:p>
            <a:pPr lvl="0"/>
            <a:r>
              <a:rPr lang="pt-BR" sz="1400" dirty="0" err="1">
                <a:solidFill>
                  <a:srgbClr val="F5F5F5"/>
                </a:solidFill>
              </a:rPr>
              <a:t>One</a:t>
            </a:r>
            <a:r>
              <a:rPr lang="pt-BR" sz="1400" dirty="0">
                <a:solidFill>
                  <a:srgbClr val="F5F5F5"/>
                </a:solidFill>
              </a:rPr>
              <a:t>-Hot </a:t>
            </a:r>
            <a:r>
              <a:rPr lang="pt-BR" sz="1400" dirty="0" err="1">
                <a:solidFill>
                  <a:srgbClr val="F5F5F5"/>
                </a:solidFill>
              </a:rPr>
              <a:t>Encoding</a:t>
            </a:r>
            <a:r>
              <a:rPr lang="pt-BR" sz="1400" dirty="0">
                <a:solidFill>
                  <a:srgbClr val="F5F5F5"/>
                </a:solidFill>
              </a:rPr>
              <a:t>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probabilidade de conversão</a:t>
            </a:r>
          </a:p>
          <a:p>
            <a:endParaRPr lang="pt-BR" sz="2400" dirty="0">
              <a:solidFill>
                <a:srgbClr val="C5CAE9"/>
              </a:solidFill>
              <a:latin typeface="Gotham Book" pitchFamily="50" charset="0"/>
              <a:ea typeface="Roboto light" panose="02000000000000000000" pitchFamily="2" charset="0"/>
            </a:endParaRPr>
          </a:p>
        </p:txBody>
      </p:sp>
      <p:sp>
        <p:nvSpPr>
          <p:cNvPr id="10" name="CaixaDeTexto 11">
            <a:extLst>
              <a:ext uri="{FF2B5EF4-FFF2-40B4-BE49-F238E27FC236}">
                <a16:creationId xmlns:a16="http://schemas.microsoft.com/office/drawing/2014/main" id="{4DBFB6E0-28B5-68C3-C3FE-8AB884AADCDB}"/>
              </a:ext>
            </a:extLst>
          </p:cNvPr>
          <p:cNvSpPr txBox="1"/>
          <p:nvPr/>
        </p:nvSpPr>
        <p:spPr>
          <a:xfrm>
            <a:off x="6821562" y="2957677"/>
            <a:ext cx="3830563" cy="45858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400" dirty="0">
                <a:solidFill>
                  <a:srgbClr val="C5CAE9"/>
                </a:solidFill>
                <a:latin typeface="Gotham Book" pitchFamily="50" charset="0"/>
                <a:ea typeface="Roboto light" panose="02000000000000000000" pitchFamily="2" charset="0"/>
              </a:rPr>
              <a:t>✨</a:t>
            </a:r>
          </a:p>
          <a:p>
            <a:endParaRPr lang="pt-BR" dirty="0">
              <a:solidFill>
                <a:srgbClr val="C5CAE9"/>
              </a:solidFill>
              <a:latin typeface="Gotham Book" pitchFamily="50" charset="0"/>
              <a:ea typeface="Roboto light" panose="02000000000000000000" pitchFamily="2" charset="0"/>
            </a:endParaRPr>
          </a:p>
          <a:p>
            <a:r>
              <a:rPr lang="pt-BR" dirty="0">
                <a:solidFill>
                  <a:srgbClr val="C5CAE9"/>
                </a:solidFill>
                <a:latin typeface="Gotham Book" pitchFamily="50" charset="0"/>
                <a:ea typeface="Roboto light" panose="02000000000000000000" pitchFamily="2" charset="0"/>
              </a:rPr>
              <a:t>Camanda de IA Generativa</a:t>
            </a:r>
          </a:p>
          <a:p>
            <a:endParaRPr lang="pt-BR" dirty="0">
              <a:solidFill>
                <a:srgbClr val="C5CAE9"/>
              </a:solidFill>
              <a:latin typeface="Gotham Book" pitchFamily="50" charset="0"/>
              <a:ea typeface="Roboto light" panose="02000000000000000000" pitchFamily="2" charset="0"/>
            </a:endParaRP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sinais comportamentais enviados para a IA;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prompt para orientação da IA;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narrativa personalizada;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Gemini como camada generativa;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geração sob demanda</a:t>
            </a:r>
          </a:p>
          <a:p>
            <a:pPr lvl="0"/>
            <a:endParaRPr lang="pt-BR" sz="1400" dirty="0">
              <a:solidFill>
                <a:srgbClr val="F5F5F5"/>
              </a:solidFill>
            </a:endParaRPr>
          </a:p>
          <a:p>
            <a:r>
              <a:rPr lang="pt-BR" sz="1400" dirty="0">
                <a:solidFill>
                  <a:srgbClr val="ED145B"/>
                </a:solidFill>
              </a:rPr>
              <a:t>Regra de personalização</a:t>
            </a:r>
          </a:p>
          <a:p>
            <a:r>
              <a:rPr lang="pt-BR" sz="1400" dirty="0">
                <a:solidFill>
                  <a:srgbClr val="F5F5F5"/>
                </a:solidFill>
              </a:rPr>
              <a:t>Propensão ≥ 80%</a:t>
            </a:r>
          </a:p>
          <a:p>
            <a:r>
              <a:rPr lang="pt-BR" sz="1400" dirty="0">
                <a:solidFill>
                  <a:srgbClr val="F5F5F5"/>
                </a:solidFill>
              </a:rPr>
              <a:t>Comunicação mais incisiva e orientada à conversão.</a:t>
            </a:r>
          </a:p>
          <a:p>
            <a:r>
              <a:rPr lang="pt-BR" sz="1400" dirty="0">
                <a:solidFill>
                  <a:srgbClr val="F5F5F5"/>
                </a:solidFill>
              </a:rPr>
              <a:t>Propensão &lt; 80%</a:t>
            </a:r>
          </a:p>
          <a:p>
            <a:r>
              <a:rPr lang="pt-BR" sz="1400" dirty="0">
                <a:solidFill>
                  <a:srgbClr val="F5F5F5"/>
                </a:solidFill>
              </a:rPr>
              <a:t>Comunicação consultiva e exploratória.</a:t>
            </a:r>
          </a:p>
          <a:p>
            <a:pPr lvl="0"/>
            <a:endParaRPr lang="pt-BR" sz="1600" dirty="0">
              <a:solidFill>
                <a:srgbClr val="F5F5F5"/>
              </a:solidFill>
            </a:endParaRPr>
          </a:p>
        </p:txBody>
      </p:sp>
      <p:sp>
        <p:nvSpPr>
          <p:cNvPr id="13" name="CaixaDeTexto 11">
            <a:extLst>
              <a:ext uri="{FF2B5EF4-FFF2-40B4-BE49-F238E27FC236}">
                <a16:creationId xmlns:a16="http://schemas.microsoft.com/office/drawing/2014/main" id="{64315836-3D4D-1454-9E20-15430C1ECCE4}"/>
              </a:ext>
            </a:extLst>
          </p:cNvPr>
          <p:cNvSpPr txBox="1"/>
          <p:nvPr/>
        </p:nvSpPr>
        <p:spPr>
          <a:xfrm>
            <a:off x="10863337" y="3044988"/>
            <a:ext cx="3091619" cy="32008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400" dirty="0">
                <a:solidFill>
                  <a:srgbClr val="C5CAE9"/>
                </a:solidFill>
                <a:latin typeface="Gotham Book" pitchFamily="50" charset="0"/>
                <a:ea typeface="Roboto light" panose="02000000000000000000" pitchFamily="2" charset="0"/>
              </a:rPr>
              <a:t>🚀</a:t>
            </a:r>
          </a:p>
          <a:p>
            <a:endParaRPr lang="pt-BR" dirty="0">
              <a:solidFill>
                <a:srgbClr val="C5CAE9"/>
              </a:solidFill>
              <a:latin typeface="Gotham Book" pitchFamily="50" charset="0"/>
              <a:ea typeface="Roboto light" panose="02000000000000000000" pitchFamily="2" charset="0"/>
            </a:endParaRPr>
          </a:p>
          <a:p>
            <a:r>
              <a:rPr lang="pt-BR" dirty="0">
                <a:solidFill>
                  <a:srgbClr val="C5CAE9"/>
                </a:solidFill>
                <a:latin typeface="Gotham Book" pitchFamily="50" charset="0"/>
                <a:ea typeface="Roboto light" panose="02000000000000000000" pitchFamily="2" charset="0"/>
              </a:rPr>
              <a:t>Experiência</a:t>
            </a:r>
          </a:p>
          <a:p>
            <a:endParaRPr lang="pt-BR" dirty="0">
              <a:solidFill>
                <a:srgbClr val="C5CAE9"/>
              </a:solidFill>
              <a:latin typeface="Gotham Book" pitchFamily="50" charset="0"/>
              <a:ea typeface="Roboto light" panose="02000000000000000000" pitchFamily="2" charset="0"/>
            </a:endParaRP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recomendação;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explicação;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jornada;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interação;</a:t>
            </a:r>
          </a:p>
          <a:p>
            <a:pPr lvl="0"/>
            <a:r>
              <a:rPr lang="pt-BR" sz="1400" dirty="0">
                <a:solidFill>
                  <a:srgbClr val="F5F5F5"/>
                </a:solidFill>
              </a:rPr>
              <a:t>adaptação da comunicação.</a:t>
            </a:r>
          </a:p>
          <a:p>
            <a:endParaRPr lang="pt-BR" sz="2400" dirty="0">
              <a:solidFill>
                <a:srgbClr val="C5CAE9"/>
              </a:solidFill>
              <a:latin typeface="Gotham Book" pitchFamily="50" charset="0"/>
              <a:ea typeface="Roboto light" panose="02000000000000000000" pitchFamily="2" charset="0"/>
            </a:endParaRPr>
          </a:p>
        </p:txBody>
      </p:sp>
      <p:pic>
        <p:nvPicPr>
          <p:cNvPr id="15" name="Graphic 6">
            <a:extLst>
              <a:ext uri="{FF2B5EF4-FFF2-40B4-BE49-F238E27FC236}">
                <a16:creationId xmlns:a16="http://schemas.microsoft.com/office/drawing/2014/main" id="{D1402139-C99C-FF94-5CAC-D2F9411E1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3135" y="3131986"/>
            <a:ext cx="941386" cy="380063"/>
          </a:xfrm>
          <a:prstGeom prst="rect">
            <a:avLst/>
          </a:prstGeom>
        </p:spPr>
      </p:pic>
      <p:pic>
        <p:nvPicPr>
          <p:cNvPr id="25" name="Graphic 6">
            <a:extLst>
              <a:ext uri="{FF2B5EF4-FFF2-40B4-BE49-F238E27FC236}">
                <a16:creationId xmlns:a16="http://schemas.microsoft.com/office/drawing/2014/main" id="{8B9056CF-C97E-F50D-74A5-60EB21FDAB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9166" y="3131985"/>
            <a:ext cx="941386" cy="38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90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67F6DD-3E2F-411E-8593-886DC11AF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4630400" cy="82296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DE6424B-2C30-4714-A2E5-1134D10591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" y="0"/>
            <a:ext cx="14630400" cy="8229600"/>
          </a:xfrm>
          <a:prstGeom prst="rect">
            <a:avLst/>
          </a:prstGeom>
        </p:spPr>
      </p:pic>
      <p:sp>
        <p:nvSpPr>
          <p:cNvPr id="11" name="CaixaDeTexto 11">
            <a:extLst>
              <a:ext uri="{FF2B5EF4-FFF2-40B4-BE49-F238E27FC236}">
                <a16:creationId xmlns:a16="http://schemas.microsoft.com/office/drawing/2014/main" id="{53A481CE-8CE6-4328-8929-64FC668DE6EA}"/>
              </a:ext>
            </a:extLst>
          </p:cNvPr>
          <p:cNvSpPr txBox="1"/>
          <p:nvPr/>
        </p:nvSpPr>
        <p:spPr>
          <a:xfrm>
            <a:off x="1067022" y="4599223"/>
            <a:ext cx="8438928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000" dirty="0">
                <a:solidFill>
                  <a:srgbClr val="F5F5F5"/>
                </a:solidFill>
                <a:latin typeface="Gotham Light" pitchFamily="50" charset="0"/>
                <a:ea typeface="Roboto light" panose="02000000000000000000" pitchFamily="2" charset="0"/>
              </a:rPr>
              <a:t>Meu sigam nas redes!</a:t>
            </a:r>
          </a:p>
          <a:p>
            <a:r>
              <a:rPr lang="pt-BR" sz="2000" dirty="0">
                <a:solidFill>
                  <a:srgbClr val="C5CAE9"/>
                </a:solidFill>
                <a:latin typeface="Gotham Light" pitchFamily="50" charset="0"/>
                <a:ea typeface="Roboto light" panose="02000000000000000000" pitchFamily="2" charset="0"/>
              </a:rPr>
              <a:t>📷Instagram: </a:t>
            </a:r>
            <a:r>
              <a:rPr lang="pt-BR" sz="2000" dirty="0" err="1">
                <a:solidFill>
                  <a:srgbClr val="C5CAE9"/>
                </a:solidFill>
                <a:latin typeface="Gotham Light" pitchFamily="50" charset="0"/>
                <a:ea typeface="Roboto light" panose="02000000000000000000" pitchFamily="2" charset="0"/>
              </a:rPr>
              <a:t>anaraquelfc</a:t>
            </a:r>
            <a:endParaRPr lang="pt-BR" sz="2000" dirty="0">
              <a:solidFill>
                <a:srgbClr val="C5CAE9"/>
              </a:solidFill>
              <a:latin typeface="Gotham Light" pitchFamily="50" charset="0"/>
              <a:ea typeface="Roboto light" panose="02000000000000000000" pitchFamily="2" charset="0"/>
            </a:endParaRPr>
          </a:p>
          <a:p>
            <a:r>
              <a:rPr lang="pt-BR" sz="2000" dirty="0">
                <a:solidFill>
                  <a:srgbClr val="C5CAE9"/>
                </a:solidFill>
                <a:latin typeface="Gotham Light" pitchFamily="50" charset="0"/>
                <a:ea typeface="Roboto light" panose="02000000000000000000" pitchFamily="2" charset="0"/>
              </a:rPr>
              <a:t>🚀Linkedin: https://www.linkedin.com/in/ana-raquel-fernandes-cunha</a:t>
            </a:r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DC4F38F4-70A6-4D9A-839E-FEE6E067A0DD}"/>
              </a:ext>
            </a:extLst>
          </p:cNvPr>
          <p:cNvSpPr/>
          <p:nvPr/>
        </p:nvSpPr>
        <p:spPr>
          <a:xfrm>
            <a:off x="11445411" y="3570401"/>
            <a:ext cx="2117966" cy="1803849"/>
          </a:xfrm>
          <a:prstGeom prst="snip1Rect">
            <a:avLst>
              <a:gd name="adj" fmla="val 25258"/>
            </a:avLst>
          </a:prstGeom>
          <a:noFill/>
          <a:ln w="19050">
            <a:solidFill>
              <a:srgbClr val="ED1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3">
            <a:extLst>
              <a:ext uri="{FF2B5EF4-FFF2-40B4-BE49-F238E27FC236}">
                <a16:creationId xmlns:a16="http://schemas.microsoft.com/office/drawing/2014/main" id="{F190CA60-C5B2-4DDD-8E10-B61B166DA83D}"/>
              </a:ext>
            </a:extLst>
          </p:cNvPr>
          <p:cNvSpPr txBox="1"/>
          <p:nvPr/>
        </p:nvSpPr>
        <p:spPr>
          <a:xfrm>
            <a:off x="1067022" y="3121541"/>
            <a:ext cx="7717381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pt-BR" sz="4400" dirty="0">
                <a:solidFill>
                  <a:srgbClr val="F5F5F5"/>
                </a:solidFill>
                <a:latin typeface="Gotham Book" pitchFamily="50" charset="0"/>
              </a:rPr>
              <a:t>Obrigada!!! 💙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7DF83A73-C521-4C2E-82CD-8138E8E0D2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1527" y="110875"/>
            <a:ext cx="2532954" cy="377208"/>
          </a:xfrm>
          <a:prstGeom prst="rect">
            <a:avLst/>
          </a:prstGeom>
        </p:spPr>
      </p:pic>
      <p:pic>
        <p:nvPicPr>
          <p:cNvPr id="5" name="Espaço Reservado para Imagem 4" descr="Código QR&#10;&#10;O conteúdo gerado por IA pode estar incorreto.">
            <a:extLst>
              <a:ext uri="{FF2B5EF4-FFF2-40B4-BE49-F238E27FC236}">
                <a16:creationId xmlns:a16="http://schemas.microsoft.com/office/drawing/2014/main" id="{E623852C-8D72-8672-8DDD-39A3424E3C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r="-1064" b="1053"/>
          <a:stretch>
            <a:fillRect/>
          </a:stretch>
        </p:blipFill>
        <p:spPr>
          <a:xfrm>
            <a:off x="9436072" y="3906365"/>
            <a:ext cx="3777262" cy="347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26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664E41F-E4D9-45AE-A903-688A793EE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225D3F7-1229-4750-8CC7-D73C8E58B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6933" y="3180401"/>
            <a:ext cx="6176535" cy="186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00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261</Words>
  <Application>Microsoft Office PowerPoint</Application>
  <PresentationFormat>Personalizar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Gotham Book</vt:lpstr>
      <vt:lpstr>Gotham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Isabela Regina Mateus Do Nascimento</dc:creator>
  <cp:lastModifiedBy>Ana Raquel</cp:lastModifiedBy>
  <cp:revision>7</cp:revision>
  <dcterms:created xsi:type="dcterms:W3CDTF">2024-02-20T07:44:05Z</dcterms:created>
  <dcterms:modified xsi:type="dcterms:W3CDTF">2026-08-22T00:01:04Z</dcterms:modified>
</cp:coreProperties>
</file>